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5" r:id="rId3"/>
    <p:sldId id="269" r:id="rId4"/>
    <p:sldId id="274" r:id="rId5"/>
    <p:sldId id="261" r:id="rId6"/>
    <p:sldId id="262" r:id="rId7"/>
    <p:sldId id="264" r:id="rId8"/>
    <p:sldId id="271" r:id="rId9"/>
    <p:sldId id="265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FDDA-B6C0-4F33-8A3F-E14C09DE8D5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C229A-EAA6-457A-AC05-33AB4389D1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04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57CA6F-C0D9-46F2-B616-461457A29419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746E5-F94C-496E-A81F-34CA90AEE6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30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1A85-E088-4CD0-BACB-54FDF6FB46B2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E204-E0FA-462D-AED1-9C689E3373A6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17F0-431E-46BA-9D95-510BCF91B90A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C98-A139-431E-BE07-367B4CF24E15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785E-CB65-4467-BBEC-93A2514F34F2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CA3A-CB59-4EEF-9053-119C027B9693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D4B6-16A3-4388-BA9D-619D4539FFF8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1949-8022-4FBA-885F-6E22AF536360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99E5-062B-4142-9D37-7487BE388571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BC6B-B86D-4E30-B93D-DA8C6F783E05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6D72-6AAC-4BDE-89AF-F006E82D71FE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CF356-1B47-4AF2-AB48-F9BB68C4AD08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9612-7644-4C0B-8F32-00928787927B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3D9D-F87B-4463-8003-DC81DE48D7F9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BA2A-DB4E-4F4F-B831-676C2FAB6ED9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6553A-38D4-4D82-81EB-32BC0E479821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00707-6849-4350-905E-8DC4BEFD236E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dirty="0" smtClean="0"/>
              <a:t>Aplicaciones </a:t>
            </a:r>
            <a:r>
              <a:rPr lang="es-ES" dirty="0" smtClean="0"/>
              <a:t>Ofimáticas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1ºSMR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60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>
                <a:solidFill>
                  <a:srgbClr val="0070C0"/>
                </a:solidFill>
              </a:rPr>
              <a:t>1.Informática y Ofimática</a:t>
            </a:r>
            <a:endParaRPr lang="es-ES" b="1" u="sng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92925" y="2016034"/>
            <a:ext cx="8915400" cy="4724400"/>
          </a:xfrm>
        </p:spPr>
        <p:txBody>
          <a:bodyPr/>
          <a:lstStyle/>
          <a:p>
            <a:pPr algn="just"/>
            <a:r>
              <a:rPr lang="es-ES" dirty="0" smtClean="0"/>
              <a:t>La palabra informática sugiere el tratamiento automático de la información a través de ordenadores. El término ofimática, creado a partir de oficina e informática, se refiere al uso de la informática para facilitar las tareas habituales que surgen en la empresa.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18" y="3921682"/>
            <a:ext cx="2756943" cy="2315832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6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08301"/>
          </a:xfrm>
        </p:spPr>
        <p:txBody>
          <a:bodyPr/>
          <a:lstStyle/>
          <a:p>
            <a:r>
              <a:rPr lang="es-ES" b="1" u="sng" dirty="0" smtClean="0">
                <a:solidFill>
                  <a:srgbClr val="0070C0"/>
                </a:solidFill>
              </a:rPr>
              <a:t>2. Tipos de Aplicaciones Ofimáticas</a:t>
            </a:r>
            <a:endParaRPr lang="es-ES" b="1" u="sng" dirty="0">
              <a:solidFill>
                <a:srgbClr val="0070C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605017"/>
            <a:ext cx="7669394" cy="4704342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5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>
                <a:solidFill>
                  <a:srgbClr val="0070C0"/>
                </a:solidFill>
              </a:rPr>
              <a:t>3. Suites de Aplicaciones Ofimáticas</a:t>
            </a:r>
            <a:endParaRPr lang="es-ES" b="1" u="sng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01886"/>
          </a:xfrm>
        </p:spPr>
        <p:txBody>
          <a:bodyPr/>
          <a:lstStyle/>
          <a:p>
            <a:pPr algn="just"/>
            <a:r>
              <a:rPr lang="es-ES" dirty="0" smtClean="0"/>
              <a:t>Una Suite ofimática es un conjunto de programas destinados a facilitar el desarrollo de las tareas habituales en una empresa. Dichos programas comparte una interfaz de usuario similar y permiten intercambiar información entres ellos con facilidad. La Suite más usados Son MS Office, Libre Office</a:t>
            </a:r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575" y="4019829"/>
            <a:ext cx="4152900" cy="17716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837" y="4019829"/>
            <a:ext cx="4295775" cy="192405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0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>
                <a:solidFill>
                  <a:srgbClr val="0070C0"/>
                </a:solidFill>
              </a:rPr>
              <a:t>3.1 Suite Microsoft Office</a:t>
            </a:r>
            <a:endParaRPr lang="es-ES" b="1" u="sng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b="1" dirty="0"/>
              <a:t>Microsoft Office fue lanzado por Microsoft el 1 de agosto de 1989 para Apple </a:t>
            </a:r>
            <a:r>
              <a:rPr lang="es-ES" b="1" dirty="0" smtClean="0"/>
              <a:t>Macintosh, </a:t>
            </a:r>
            <a:r>
              <a:rPr lang="es-ES" b="1" dirty="0"/>
              <a:t>seguido más tarde por una versión para Windows, en </a:t>
            </a:r>
            <a:r>
              <a:rPr lang="es-ES" b="1" dirty="0" smtClean="0"/>
              <a:t>1990. </a:t>
            </a:r>
            <a:r>
              <a:rPr lang="es-ES" b="1" dirty="0"/>
              <a:t>La primera versión de Office contenía Microsoft Word, Microsoft Excel y Microsoft PowerPoint</a:t>
            </a:r>
            <a:r>
              <a:rPr lang="es-ES" b="1" dirty="0" smtClean="0"/>
              <a:t>.(Software Privativo hay que pagar)</a:t>
            </a:r>
            <a:endParaRPr lang="es-ES" b="1" dirty="0"/>
          </a:p>
          <a:p>
            <a:pPr algn="just"/>
            <a:r>
              <a:rPr lang="es-ES" b="1" dirty="0"/>
              <a:t>Microsoft Office es una suite ofimática de aplicaciones para computadoras de escritorio, servidores y servicios para los sistemas operativos Microsoft Windows, Mac OS X, iOS, </a:t>
            </a:r>
            <a:r>
              <a:rPr lang="es-ES" b="1" dirty="0" smtClean="0"/>
              <a:t>Android. </a:t>
            </a:r>
            <a:r>
              <a:rPr lang="es-ES" b="1" dirty="0"/>
              <a:t>La última versión </a:t>
            </a:r>
            <a:r>
              <a:rPr lang="es-ES" b="1" dirty="0" smtClean="0"/>
              <a:t>fue lanzada 1 octubre 2024 llamada MS Office 2024.Es una suite de pago no es gratuita</a:t>
            </a:r>
          </a:p>
          <a:p>
            <a:pPr marL="0" indent="0" algn="just">
              <a:buNone/>
            </a:pPr>
            <a:endParaRPr lang="es-ES" b="1" dirty="0" smtClean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5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80099"/>
          </a:xfrm>
        </p:spPr>
        <p:txBody>
          <a:bodyPr>
            <a:normAutofit fontScale="90000"/>
          </a:bodyPr>
          <a:lstStyle/>
          <a:p>
            <a:r>
              <a:rPr lang="es-ES" sz="3200" b="1" u="sng" dirty="0" smtClean="0">
                <a:solidFill>
                  <a:srgbClr val="0070C0"/>
                </a:solidFill>
              </a:rPr>
              <a:t>3.1.1 Aplicaciones Principales MS Office 2024</a:t>
            </a:r>
            <a:endParaRPr lang="es-ES" sz="3200" b="1" u="sng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04991" y="1604209"/>
            <a:ext cx="8915400" cy="5169569"/>
          </a:xfrm>
        </p:spPr>
        <p:txBody>
          <a:bodyPr>
            <a:normAutofit/>
          </a:bodyPr>
          <a:lstStyle/>
          <a:p>
            <a:pPr algn="just"/>
            <a:endParaRPr lang="en-US" b="1" dirty="0" smtClean="0"/>
          </a:p>
          <a:p>
            <a:pPr algn="just"/>
            <a:r>
              <a:rPr lang="en-US" b="1" dirty="0" err="1" smtClean="0"/>
              <a:t>Ediciones</a:t>
            </a:r>
            <a:r>
              <a:rPr lang="en-US" b="1" dirty="0" smtClean="0"/>
              <a:t> de MS Office 2024</a:t>
            </a:r>
          </a:p>
          <a:p>
            <a:pPr lvl="1" algn="just"/>
            <a:r>
              <a:rPr lang="en-US" b="1" dirty="0" smtClean="0"/>
              <a:t>Office </a:t>
            </a:r>
            <a:r>
              <a:rPr lang="en-US" b="1" dirty="0"/>
              <a:t>Home &amp; Student 2024:Word, Excel, </a:t>
            </a:r>
            <a:r>
              <a:rPr lang="en-US" b="1" dirty="0" smtClean="0"/>
              <a:t>PowerPoint</a:t>
            </a:r>
          </a:p>
          <a:p>
            <a:pPr lvl="1" algn="just"/>
            <a:r>
              <a:rPr lang="en-US" b="1" dirty="0" smtClean="0"/>
              <a:t>Office </a:t>
            </a:r>
            <a:r>
              <a:rPr lang="en-US" b="1" dirty="0"/>
              <a:t>Home &amp; Business 2024:Word, Excel, PowerPoint, </a:t>
            </a:r>
            <a:r>
              <a:rPr lang="en-US" b="1" dirty="0" err="1" smtClean="0"/>
              <a:t>Outlook.Office</a:t>
            </a:r>
            <a:endParaRPr lang="en-US" b="1" dirty="0" smtClean="0"/>
          </a:p>
          <a:p>
            <a:pPr lvl="1" algn="just"/>
            <a:r>
              <a:rPr lang="en-US" b="1" dirty="0" smtClean="0"/>
              <a:t>Professional </a:t>
            </a:r>
            <a:r>
              <a:rPr lang="en-US" b="1" dirty="0"/>
              <a:t>2024:Word, Excel, PowerPoint, Outlook, Access y Publisher</a:t>
            </a:r>
            <a:r>
              <a:rPr lang="en-US" b="1" dirty="0" smtClean="0"/>
              <a:t>.</a:t>
            </a:r>
          </a:p>
          <a:p>
            <a:pPr lvl="1" algn="just"/>
            <a:r>
              <a:rPr lang="es-ES" b="1" dirty="0" smtClean="0"/>
              <a:t>Toda las versiones traen estos tres programas: </a:t>
            </a:r>
            <a:r>
              <a:rPr lang="es-ES" b="1" dirty="0"/>
              <a:t>Word, Excel y PowerPoint.</a:t>
            </a:r>
            <a:endParaRPr lang="es-ES" b="1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559" y="4188993"/>
            <a:ext cx="7324725" cy="1571625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484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80620"/>
          </a:xfrm>
        </p:spPr>
        <p:txBody>
          <a:bodyPr/>
          <a:lstStyle/>
          <a:p>
            <a:r>
              <a:rPr lang="es-ES" b="1" u="sng" dirty="0" smtClean="0">
                <a:solidFill>
                  <a:srgbClr val="0070C0"/>
                </a:solidFill>
              </a:rPr>
              <a:t>3.2 Suite Libre Office</a:t>
            </a:r>
            <a:endParaRPr lang="es-ES" b="1" u="sng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688431"/>
            <a:ext cx="8915400" cy="5073315"/>
          </a:xfrm>
        </p:spPr>
        <p:txBody>
          <a:bodyPr/>
          <a:lstStyle/>
          <a:p>
            <a:pPr algn="just"/>
            <a:r>
              <a:rPr lang="es-ES" b="1" dirty="0" err="1"/>
              <a:t>LibreOffice</a:t>
            </a:r>
            <a:r>
              <a:rPr lang="es-ES" dirty="0"/>
              <a:t> es una </a:t>
            </a:r>
            <a:r>
              <a:rPr lang="es-ES" b="1" dirty="0"/>
              <a:t>suite ofimática gratuita y de código abierto</a:t>
            </a:r>
            <a:r>
              <a:rPr lang="es-ES" dirty="0"/>
              <a:t>, desarrollada por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Document</a:t>
            </a:r>
            <a:r>
              <a:rPr lang="es-ES" i="1" dirty="0"/>
              <a:t> </a:t>
            </a:r>
            <a:r>
              <a:rPr lang="es-ES" i="1" dirty="0" err="1"/>
              <a:t>Foundation</a:t>
            </a:r>
            <a:r>
              <a:rPr lang="es-ES" dirty="0"/>
              <a:t>. Es una de las principales alternativas a Microsoft Office</a:t>
            </a:r>
            <a:r>
              <a:rPr lang="es-ES" dirty="0" smtClean="0"/>
              <a:t>. Fue </a:t>
            </a:r>
            <a:r>
              <a:rPr lang="es-ES" dirty="0" err="1" smtClean="0"/>
              <a:t>desarrolado</a:t>
            </a:r>
            <a:r>
              <a:rPr lang="es-ES" dirty="0" smtClean="0"/>
              <a:t> en 2010.(primera versión)</a:t>
            </a:r>
          </a:p>
          <a:p>
            <a:pPr algn="just"/>
            <a:r>
              <a:rPr lang="es-ES" b="1" dirty="0"/>
              <a:t>Gratuito y libre: no requiere licencias de pago</a:t>
            </a:r>
            <a:r>
              <a:rPr lang="es-ES" b="1" dirty="0" smtClean="0"/>
              <a:t>.</a:t>
            </a:r>
          </a:p>
          <a:p>
            <a:pPr algn="just"/>
            <a:r>
              <a:rPr lang="es-ES" b="1" dirty="0" smtClean="0"/>
              <a:t>Multiplataforma</a:t>
            </a:r>
            <a:r>
              <a:rPr lang="es-ES" b="1" dirty="0"/>
              <a:t>: disponible en Windows, </a:t>
            </a:r>
            <a:r>
              <a:rPr lang="es-ES" b="1" dirty="0" err="1"/>
              <a:t>macOS</a:t>
            </a:r>
            <a:r>
              <a:rPr lang="es-ES" b="1" dirty="0"/>
              <a:t> y Linux</a:t>
            </a:r>
            <a:r>
              <a:rPr lang="es-ES" b="1" dirty="0" smtClean="0"/>
              <a:t>.</a:t>
            </a:r>
          </a:p>
          <a:p>
            <a:pPr algn="just"/>
            <a:r>
              <a:rPr lang="es-ES" b="1" dirty="0" smtClean="0"/>
              <a:t>Compatible </a:t>
            </a:r>
            <a:r>
              <a:rPr lang="es-ES" b="1" dirty="0"/>
              <a:t>con formatos de MS Office (Word, Excel, PowerPoint</a:t>
            </a:r>
            <a:r>
              <a:rPr lang="es-ES" b="1" dirty="0" smtClean="0"/>
              <a:t>)</a:t>
            </a:r>
          </a:p>
          <a:p>
            <a:pPr algn="just"/>
            <a:r>
              <a:rPr lang="es-ES" b="1" dirty="0" smtClean="0"/>
              <a:t>Ultima versión 25.8.1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254" y="4749437"/>
            <a:ext cx="68675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1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>
                <a:solidFill>
                  <a:srgbClr val="0070C0"/>
                </a:solidFill>
              </a:rPr>
              <a:t>¿</a:t>
            </a:r>
            <a:r>
              <a:rPr lang="es-ES" b="1" u="sng" dirty="0" smtClean="0">
                <a:solidFill>
                  <a:srgbClr val="0070C0"/>
                </a:solidFill>
              </a:rPr>
              <a:t>4.Cómo saber los requisitos hardware y software de nuestro ordenador</a:t>
            </a:r>
            <a:r>
              <a:rPr lang="es-ES" b="1" dirty="0" smtClean="0">
                <a:solidFill>
                  <a:srgbClr val="0070C0"/>
                </a:solidFill>
              </a:rPr>
              <a:t>?</a:t>
            </a:r>
            <a:endParaRPr lang="es-ES" b="1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En el Buscador de Windows pone la palabra Sistema y aparecerá algo así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99" y="2708266"/>
            <a:ext cx="5811884" cy="3966854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93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b="1" u="sng" dirty="0" smtClean="0">
                <a:solidFill>
                  <a:srgbClr val="0070C0"/>
                </a:solidFill>
              </a:rPr>
              <a:t>4.1 Requisitos de Instalación </a:t>
            </a:r>
            <a:r>
              <a:rPr lang="es-ES" sz="3200" b="1" u="sng" dirty="0" err="1" smtClean="0">
                <a:solidFill>
                  <a:srgbClr val="0070C0"/>
                </a:solidFill>
              </a:rPr>
              <a:t>LibreOffice</a:t>
            </a:r>
            <a:endParaRPr lang="es-ES" sz="3200" b="1" u="sng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391478"/>
            <a:ext cx="8915400" cy="5035826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Requisitos </a:t>
            </a:r>
            <a:r>
              <a:rPr lang="es-ES" b="1" dirty="0" smtClean="0"/>
              <a:t>mínimos de </a:t>
            </a:r>
            <a:r>
              <a:rPr lang="es-ES" b="1" dirty="0"/>
              <a:t>instalación de </a:t>
            </a:r>
            <a:r>
              <a:rPr lang="es-ES" b="1" dirty="0" err="1" smtClean="0"/>
              <a:t>LibreOffice</a:t>
            </a:r>
            <a:endParaRPr lang="es-ES" b="1" dirty="0" smtClean="0"/>
          </a:p>
          <a:p>
            <a:r>
              <a:rPr lang="es-ES" b="1" dirty="0" smtClean="0">
                <a:solidFill>
                  <a:srgbClr val="FF0000"/>
                </a:solidFill>
              </a:rPr>
              <a:t>Windows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Windows </a:t>
            </a:r>
            <a:r>
              <a:rPr lang="es-ES" b="1" dirty="0"/>
              <a:t>7 o </a:t>
            </a:r>
            <a:r>
              <a:rPr lang="es-ES" b="1" dirty="0" smtClean="0"/>
              <a:t>superior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256</a:t>
            </a:r>
            <a:r>
              <a:rPr lang="es-ES" b="1" dirty="0"/>
              <a:t> MB RAM (mejor 512 MB</a:t>
            </a:r>
            <a:r>
              <a:rPr lang="es-ES" b="1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1,5</a:t>
            </a:r>
            <a:r>
              <a:rPr lang="es-ES" b="1" dirty="0"/>
              <a:t> GB de disco </a:t>
            </a:r>
            <a:r>
              <a:rPr lang="es-ES" b="1" dirty="0" smtClean="0"/>
              <a:t>libre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Pantalla 1024×768</a:t>
            </a:r>
          </a:p>
          <a:p>
            <a:r>
              <a:rPr lang="es-ES" b="1" dirty="0" err="1" smtClean="0">
                <a:solidFill>
                  <a:srgbClr val="FF0000"/>
                </a:solidFill>
              </a:rPr>
              <a:t>macOs</a:t>
            </a:r>
            <a:endParaRPr lang="es-ES" b="1" dirty="0" smtClean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err="1" smtClean="0"/>
              <a:t>macOS</a:t>
            </a:r>
            <a:r>
              <a:rPr lang="es-ES" b="1" dirty="0" smtClean="0"/>
              <a:t> </a:t>
            </a:r>
            <a:r>
              <a:rPr lang="es-ES" b="1" dirty="0"/>
              <a:t>10.14 o </a:t>
            </a:r>
            <a:r>
              <a:rPr lang="es-ES" b="1" dirty="0" smtClean="0"/>
              <a:t>superior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512</a:t>
            </a:r>
            <a:r>
              <a:rPr lang="es-ES" b="1" dirty="0"/>
              <a:t> MB </a:t>
            </a:r>
            <a:r>
              <a:rPr lang="es-ES" b="1" dirty="0" smtClean="0"/>
              <a:t>RAM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800</a:t>
            </a:r>
            <a:r>
              <a:rPr lang="es-ES" b="1" dirty="0"/>
              <a:t> MB de disco </a:t>
            </a:r>
            <a:r>
              <a:rPr lang="es-ES" b="1" dirty="0" smtClean="0"/>
              <a:t>libre</a:t>
            </a:r>
          </a:p>
          <a:p>
            <a:r>
              <a:rPr lang="es-ES" b="1" dirty="0" smtClean="0">
                <a:solidFill>
                  <a:srgbClr val="FF0000"/>
                </a:solidFill>
              </a:rPr>
              <a:t>Linux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err="1" smtClean="0"/>
              <a:t>Kernel</a:t>
            </a:r>
            <a:r>
              <a:rPr lang="es-ES" b="1" dirty="0" smtClean="0"/>
              <a:t> </a:t>
            </a:r>
            <a:r>
              <a:rPr lang="es-ES" b="1" dirty="0"/>
              <a:t>3.10 o </a:t>
            </a:r>
            <a:r>
              <a:rPr lang="es-ES" b="1" dirty="0" smtClean="0"/>
              <a:t>superior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256</a:t>
            </a:r>
            <a:r>
              <a:rPr lang="es-ES" b="1" dirty="0"/>
              <a:t> MB RAM (mejor 512 MB</a:t>
            </a:r>
            <a:r>
              <a:rPr lang="es-ES" b="1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 smtClean="0"/>
              <a:t>1,5</a:t>
            </a:r>
            <a:r>
              <a:rPr lang="es-ES" b="1" dirty="0"/>
              <a:t> GB de disco libre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9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4.2 Requisitos de instalación MS Office</a:t>
            </a:r>
            <a:endParaRPr lang="es-ES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592925" y="1735388"/>
            <a:ext cx="79513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Windows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 smtClean="0"/>
              <a:t>Windows </a:t>
            </a:r>
            <a:r>
              <a:rPr lang="es-ES" dirty="0"/>
              <a:t>10 o 11 </a:t>
            </a:r>
            <a:endParaRPr lang="es-ES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 smtClean="0"/>
              <a:t>Procesador</a:t>
            </a:r>
            <a:r>
              <a:rPr lang="es-ES" dirty="0"/>
              <a:t>: 1,6 GHz o más </a:t>
            </a:r>
            <a:r>
              <a:rPr lang="es-ES" dirty="0" smtClean="0"/>
              <a:t>rápido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 smtClean="0"/>
              <a:t>RAM</a:t>
            </a:r>
            <a:r>
              <a:rPr lang="es-ES" dirty="0"/>
              <a:t>: 4 GB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/>
              <a:t>Disco: 4 GB de espacio libre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/>
              <a:t>Pantalla: 1280×768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 err="1" smtClean="0">
                <a:solidFill>
                  <a:srgbClr val="FF0000"/>
                </a:solidFill>
              </a:rPr>
              <a:t>macOS</a:t>
            </a:r>
            <a:endParaRPr lang="es-ES" b="1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 err="1"/>
              <a:t>macOS</a:t>
            </a:r>
            <a:r>
              <a:rPr lang="es-ES" dirty="0"/>
              <a:t>: versión 10.14 </a:t>
            </a:r>
            <a:r>
              <a:rPr lang="es-ES" dirty="0" smtClean="0"/>
              <a:t>o </a:t>
            </a:r>
            <a:r>
              <a:rPr lang="es-ES" dirty="0"/>
              <a:t>superior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/>
              <a:t>Procesador: </a:t>
            </a:r>
            <a:r>
              <a:rPr lang="es-ES" dirty="0" smtClean="0"/>
              <a:t>Apple </a:t>
            </a:r>
            <a:r>
              <a:rPr lang="es-ES" dirty="0" err="1"/>
              <a:t>Silicon</a:t>
            </a:r>
            <a:endParaRPr lang="es-E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/>
              <a:t>RAM: 4 GB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/>
              <a:t>Disco: 10 GB de espacio libre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dirty="0"/>
              <a:t>Pantalla: 1280×800</a:t>
            </a:r>
          </a:p>
        </p:txBody>
      </p:sp>
    </p:spTree>
    <p:extLst>
      <p:ext uri="{BB962C8B-B14F-4D97-AF65-F5344CB8AC3E}">
        <p14:creationId xmlns:p14="http://schemas.microsoft.com/office/powerpoint/2010/main" val="2450558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ppt/theme/themeOverride2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1161</TotalTime>
  <Words>520</Words>
  <Application>Microsoft Office PowerPoint</Application>
  <PresentationFormat>Panorámica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Wingdings</vt:lpstr>
      <vt:lpstr>Wingdings 3</vt:lpstr>
      <vt:lpstr>Espiral</vt:lpstr>
      <vt:lpstr>Aplicaciones Ofimáticas</vt:lpstr>
      <vt:lpstr>1.Informática y Ofimática</vt:lpstr>
      <vt:lpstr>2. Tipos de Aplicaciones Ofimáticas</vt:lpstr>
      <vt:lpstr>3. Suites de Aplicaciones Ofimáticas</vt:lpstr>
      <vt:lpstr>3.1 Suite Microsoft Office</vt:lpstr>
      <vt:lpstr>3.1.1 Aplicaciones Principales MS Office 2024</vt:lpstr>
      <vt:lpstr>3.2 Suite Libre Office</vt:lpstr>
      <vt:lpstr>¿4.Cómo saber los requisitos hardware y software de nuestro ordenador?</vt:lpstr>
      <vt:lpstr>4.1 Requisitos de Instalación LibreOffice</vt:lpstr>
      <vt:lpstr>4.2 Requisitos de instalación MS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Instalación de Aplicaciones Ofimáticas</dc:title>
  <dc:creator>usuario</dc:creator>
  <cp:lastModifiedBy>Manuel</cp:lastModifiedBy>
  <cp:revision>50</cp:revision>
  <dcterms:created xsi:type="dcterms:W3CDTF">2023-09-08T08:37:14Z</dcterms:created>
  <dcterms:modified xsi:type="dcterms:W3CDTF">2026-09-15T19:17:32Z</dcterms:modified>
</cp:coreProperties>
</file>